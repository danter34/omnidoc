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</p:sldIdLst>
  <p:sldSz cx="12192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Evidence"/>
          <p:cNvSpPr/>
          <p:nvPr/>
        </p:nvSpPr>
        <p:spPr>
          <a:xfrm>
            <a:off x="600000" y="600000"/>
            <a:ext cx="10992000" cy="5658000"/>
          </a:xfrm>
          <a:prstGeom prst="rect">
            <a:avLst/>
          </a:prstGeom>
        </p:spPr>
        <p:txBody>
          <a:bodyPr wrap="square"/>
          <a:lstStyle/>
          <a:p>
            <a:r>
              <a:rPr lang="vi-VN" sz="2800"/>
              <a:t>NORTHSTAR / KẾ HOẠCH TRIỂN KHAI</a:t>
            </a:r>
          </a:p>
          <a:p>
            <a:r>
              <a:rPr lang="vi-VN" sz="2000"/>
              <a:t>Chương trình số hóa mua sắm — Quý IV/2026</a:t>
            </a:r>
          </a:p>
          <a:p>
            <a:r>
              <a:rPr lang="vi-VN" sz="2000"/>
              <a:t>Ngân sách: 1,2 tỷ đồng. Chủ trì: Giám đốc tài chính.</a:t>
            </a:r>
          </a:p>
          <a:p>
            <a:r>
              <a:rPr lang="vi-VN" sz="2000"/>
              <a:t>Dữ liệu giả định do OmniDoc biên soạn.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Evidence"/>
          <p:cNvSpPr/>
          <p:nvPr/>
        </p:nvSpPr>
        <p:spPr>
          <a:xfrm>
            <a:off x="600000" y="600000"/>
            <a:ext cx="10992000" cy="5658000"/>
          </a:xfrm>
          <a:prstGeom prst="rect">
            <a:avLst/>
          </a:prstGeom>
        </p:spPr>
        <p:txBody>
          <a:bodyPr wrap="square"/>
          <a:lstStyle/>
          <a:p>
            <a:r>
              <a:rPr lang="vi-VN" sz="2800"/>
              <a:t>LỘ TRÌNH VÀ NGƯỜI PHỤ TRÁCH</a:t>
            </a:r>
          </a:p>
          <a:p>
            <a:r>
              <a:rPr lang="vi-VN" sz="2000"/>
              <a:t>Tháng 10: Vận hành chuẩn hóa biểu mẫu và đào tạo.</a:t>
            </a:r>
          </a:p>
          <a:p>
            <a:r>
              <a:rPr lang="vi-VN" sz="2000"/>
              <a:t>Tháng 11: Tài chính thí điểm tại Vận hành và Tài chính.</a:t>
            </a:r>
          </a:p>
          <a:p>
            <a:r>
              <a:rPr lang="vi-VN" sz="2000"/>
              <a:t>Tháng 12: Ban dự án đánh giá và quyết định mở rộng.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Evidence"/>
          <p:cNvSpPr/>
          <p:nvPr/>
        </p:nvSpPr>
        <p:spPr>
          <a:xfrm>
            <a:off x="600000" y="600000"/>
            <a:ext cx="10992000" cy="5658000"/>
          </a:xfrm>
          <a:prstGeom prst="rect">
            <a:avLst/>
          </a:prstGeom>
        </p:spPr>
        <p:txBody>
          <a:bodyPr wrap="square"/>
          <a:lstStyle/>
          <a:p>
            <a:r>
              <a:rPr lang="vi-VN" sz="2800"/>
              <a:t>TIÊU CHÍ NGHIỆM THU</a:t>
            </a:r>
          </a:p>
          <a:p>
            <a:r>
              <a:rPr lang="vi-VN" sz="2000"/>
              <a:t>98% hồ sơ được xử lý đúng hạn trong tháng 12.</a:t>
            </a:r>
          </a:p>
          <a:p>
            <a:r>
              <a:rPr lang="vi-VN" sz="2000"/>
              <a:t>Tài chính phản hồi trong 03 ngày làm việc.</a:t>
            </a:r>
          </a:p>
          <a:p>
            <a:r>
              <a:rPr lang="vi-VN" sz="2000"/>
              <a:t>100% quyết định phê duyệt có chứng từ đối soát.</a:t>
            </a:r>
          </a:p>
          <a:p>
            <a:r>
              <a:rPr lang="vi-VN" sz="2000"/>
              <a:t>Đối chiếu Báo cáo vận hành và Quy trình mua sắm.</a:t>
            </a:r>
          </a:p>
        </p:txBody>
      </p:sp>
    </p:spTree>
  </p:cSld>
  <p:clrMapOvr>
    <a:masterClrMapping/>
  </p:clrMapOvr>
</p:sld>
</file>